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Paytone One" charset="1" panose="000005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44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7571" y="1028700"/>
            <a:ext cx="14692858" cy="8229600"/>
            <a:chOff x="0" y="0"/>
            <a:chExt cx="16477363" cy="92291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78" y="165"/>
              <a:ext cx="16477214" cy="9229191"/>
            </a:xfrm>
            <a:custGeom>
              <a:avLst/>
              <a:gdLst/>
              <a:ahLst/>
              <a:cxnLst/>
              <a:rect r="r" b="b" t="t" l="l"/>
              <a:pathLst>
                <a:path h="9229191" w="16477214">
                  <a:moveTo>
                    <a:pt x="16467787" y="6937246"/>
                  </a:moveTo>
                  <a:cubicBezTo>
                    <a:pt x="16453309" y="8035025"/>
                    <a:pt x="16425750" y="8147928"/>
                    <a:pt x="16381554" y="8251814"/>
                  </a:cubicBezTo>
                  <a:cubicBezTo>
                    <a:pt x="16348916" y="8328395"/>
                    <a:pt x="16303830" y="8399769"/>
                    <a:pt x="16258237" y="8469238"/>
                  </a:cubicBezTo>
                  <a:cubicBezTo>
                    <a:pt x="16158922" y="8620749"/>
                    <a:pt x="16050972" y="8781785"/>
                    <a:pt x="15905685" y="8892910"/>
                  </a:cubicBezTo>
                  <a:cubicBezTo>
                    <a:pt x="15722171" y="9033118"/>
                    <a:pt x="15492935" y="9100555"/>
                    <a:pt x="15267510" y="9134591"/>
                  </a:cubicBezTo>
                  <a:cubicBezTo>
                    <a:pt x="15006145" y="9174088"/>
                    <a:pt x="14741476" y="9171167"/>
                    <a:pt x="14477824" y="9177136"/>
                  </a:cubicBezTo>
                  <a:cubicBezTo>
                    <a:pt x="14207314" y="9183359"/>
                    <a:pt x="13937185" y="9199234"/>
                    <a:pt x="13667056" y="9213839"/>
                  </a:cubicBezTo>
                  <a:cubicBezTo>
                    <a:pt x="2562555" y="9242795"/>
                    <a:pt x="1805381" y="9233397"/>
                    <a:pt x="1272743" y="9163166"/>
                  </a:cubicBezTo>
                  <a:cubicBezTo>
                    <a:pt x="821766" y="9103730"/>
                    <a:pt x="567766" y="8993367"/>
                    <a:pt x="266903" y="8631544"/>
                  </a:cubicBezTo>
                  <a:cubicBezTo>
                    <a:pt x="131394" y="8468603"/>
                    <a:pt x="34874" y="8272134"/>
                    <a:pt x="8966" y="8060552"/>
                  </a:cubicBezTo>
                  <a:cubicBezTo>
                    <a:pt x="-19736" y="4397708"/>
                    <a:pt x="20015" y="1073620"/>
                    <a:pt x="134823" y="872071"/>
                  </a:cubicBezTo>
                  <a:cubicBezTo>
                    <a:pt x="252552" y="665188"/>
                    <a:pt x="343611" y="502882"/>
                    <a:pt x="541858" y="367373"/>
                  </a:cubicBezTo>
                  <a:cubicBezTo>
                    <a:pt x="743661" y="229324"/>
                    <a:pt x="1074369" y="208115"/>
                    <a:pt x="1309573" y="147917"/>
                  </a:cubicBezTo>
                  <a:cubicBezTo>
                    <a:pt x="1373962" y="131407"/>
                    <a:pt x="1438859" y="116802"/>
                    <a:pt x="1504010" y="103721"/>
                  </a:cubicBezTo>
                  <a:cubicBezTo>
                    <a:pt x="1569034" y="90767"/>
                    <a:pt x="1753057" y="47968"/>
                    <a:pt x="1819224" y="43523"/>
                  </a:cubicBezTo>
                  <a:cubicBezTo>
                    <a:pt x="2115007" y="23711"/>
                    <a:pt x="2041347" y="39967"/>
                    <a:pt x="2169998" y="25362"/>
                  </a:cubicBezTo>
                  <a:cubicBezTo>
                    <a:pt x="2436317" y="-5118"/>
                    <a:pt x="2685999" y="8344"/>
                    <a:pt x="8448026" y="978"/>
                  </a:cubicBezTo>
                  <a:cubicBezTo>
                    <a:pt x="13799391" y="-6642"/>
                    <a:pt x="14124892" y="32982"/>
                    <a:pt x="14400735" y="25362"/>
                  </a:cubicBezTo>
                  <a:cubicBezTo>
                    <a:pt x="14664387" y="18123"/>
                    <a:pt x="15009193" y="36030"/>
                    <a:pt x="15271828" y="66129"/>
                  </a:cubicBezTo>
                  <a:cubicBezTo>
                    <a:pt x="15706930" y="115786"/>
                    <a:pt x="15953946" y="154521"/>
                    <a:pt x="16205024" y="533616"/>
                  </a:cubicBezTo>
                  <a:cubicBezTo>
                    <a:pt x="16269032" y="631660"/>
                    <a:pt x="16326309" y="734022"/>
                    <a:pt x="16372029" y="841972"/>
                  </a:cubicBezTo>
                  <a:cubicBezTo>
                    <a:pt x="16458262" y="1046315"/>
                    <a:pt x="16496489" y="1267295"/>
                    <a:pt x="16467787" y="6937246"/>
                  </a:cubicBezTo>
                  <a:close/>
                </a:path>
              </a:pathLst>
            </a:custGeom>
            <a:solidFill>
              <a:srgbClr val="FFF9F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86400" y="7087131"/>
            <a:ext cx="7315200" cy="172905"/>
          </a:xfrm>
          <a:custGeom>
            <a:avLst/>
            <a:gdLst/>
            <a:ahLst/>
            <a:cxnLst/>
            <a:rect r="r" b="b" t="t" l="l"/>
            <a:pathLst>
              <a:path h="172905" w="7315200">
                <a:moveTo>
                  <a:pt x="0" y="0"/>
                </a:moveTo>
                <a:lnTo>
                  <a:pt x="7315200" y="0"/>
                </a:lnTo>
                <a:lnTo>
                  <a:pt x="7315200" y="172905"/>
                </a:lnTo>
                <a:lnTo>
                  <a:pt x="0" y="172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64438" y="547930"/>
            <a:ext cx="3363819" cy="3477632"/>
          </a:xfrm>
          <a:custGeom>
            <a:avLst/>
            <a:gdLst/>
            <a:ahLst/>
            <a:cxnLst/>
            <a:rect r="r" b="b" t="t" l="l"/>
            <a:pathLst>
              <a:path h="3477632" w="3363819">
                <a:moveTo>
                  <a:pt x="0" y="0"/>
                </a:moveTo>
                <a:lnTo>
                  <a:pt x="3363819" y="0"/>
                </a:lnTo>
                <a:lnTo>
                  <a:pt x="3363819" y="3477632"/>
                </a:lnTo>
                <a:lnTo>
                  <a:pt x="0" y="3477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3473815" y="4529327"/>
            <a:ext cx="4281250" cy="7358399"/>
          </a:xfrm>
          <a:custGeom>
            <a:avLst/>
            <a:gdLst/>
            <a:ahLst/>
            <a:cxnLst/>
            <a:rect r="r" b="b" t="t" l="l"/>
            <a:pathLst>
              <a:path h="7358399" w="4281250">
                <a:moveTo>
                  <a:pt x="4281251" y="0"/>
                </a:moveTo>
                <a:lnTo>
                  <a:pt x="0" y="0"/>
                </a:lnTo>
                <a:lnTo>
                  <a:pt x="0" y="7358399"/>
                </a:lnTo>
                <a:lnTo>
                  <a:pt x="4281251" y="7358399"/>
                </a:lnTo>
                <a:lnTo>
                  <a:pt x="428125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65781" y="4111287"/>
            <a:ext cx="10356437" cy="233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8"/>
              </a:lnSpc>
            </a:pPr>
            <a:r>
              <a:rPr lang="en-US" sz="8337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ĐỊA ĐIỂM DU LỊCH</a:t>
            </a:r>
          </a:p>
          <a:p>
            <a:pPr algn="ctr">
              <a:lnSpc>
                <a:spcPts val="9088"/>
              </a:lnSpc>
            </a:pPr>
            <a:r>
              <a:rPr lang="en-US" sz="8337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AN GIANG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96808" y="3112689"/>
            <a:ext cx="3094384" cy="48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3800" spc="-41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Tin Học 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77654" y="7355286"/>
            <a:ext cx="6732692" cy="49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sz="3900" spc="-42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Nhóm 2 - 12a2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5BF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06056"/>
            <a:ext cx="9013141" cy="6052244"/>
            <a:chOff x="0" y="0"/>
            <a:chExt cx="10107822" cy="67873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78" y="165"/>
              <a:ext cx="10107673" cy="6787386"/>
            </a:xfrm>
            <a:custGeom>
              <a:avLst/>
              <a:gdLst/>
              <a:ahLst/>
              <a:cxnLst/>
              <a:rect r="r" b="b" t="t" l="l"/>
              <a:pathLst>
                <a:path h="6787386" w="10107673">
                  <a:moveTo>
                    <a:pt x="10098246" y="4869608"/>
                  </a:moveTo>
                  <a:cubicBezTo>
                    <a:pt x="10083768" y="5593220"/>
                    <a:pt x="10056209" y="5706123"/>
                    <a:pt x="10012012" y="5810009"/>
                  </a:cubicBezTo>
                  <a:cubicBezTo>
                    <a:pt x="9979374" y="5886590"/>
                    <a:pt x="9934288" y="5957964"/>
                    <a:pt x="9888696" y="6027433"/>
                  </a:cubicBezTo>
                  <a:cubicBezTo>
                    <a:pt x="9789382" y="6178944"/>
                    <a:pt x="9681432" y="6339980"/>
                    <a:pt x="9536144" y="6451105"/>
                  </a:cubicBezTo>
                  <a:cubicBezTo>
                    <a:pt x="9352629" y="6591313"/>
                    <a:pt x="9123394" y="6658750"/>
                    <a:pt x="8897969" y="6692786"/>
                  </a:cubicBezTo>
                  <a:cubicBezTo>
                    <a:pt x="8636603" y="6732283"/>
                    <a:pt x="8371935" y="6729362"/>
                    <a:pt x="8108283" y="6735332"/>
                  </a:cubicBezTo>
                  <a:cubicBezTo>
                    <a:pt x="7837773" y="6741555"/>
                    <a:pt x="7567644" y="6757430"/>
                    <a:pt x="7297515" y="6772034"/>
                  </a:cubicBezTo>
                  <a:cubicBezTo>
                    <a:pt x="2562555" y="6800990"/>
                    <a:pt x="1805381" y="6791593"/>
                    <a:pt x="1272743" y="6721361"/>
                  </a:cubicBezTo>
                  <a:cubicBezTo>
                    <a:pt x="821766" y="6661925"/>
                    <a:pt x="567766" y="6551562"/>
                    <a:pt x="266903" y="6189739"/>
                  </a:cubicBezTo>
                  <a:cubicBezTo>
                    <a:pt x="131394" y="6026798"/>
                    <a:pt x="34874" y="5830329"/>
                    <a:pt x="8966" y="5618747"/>
                  </a:cubicBezTo>
                  <a:cubicBezTo>
                    <a:pt x="-19736" y="3256983"/>
                    <a:pt x="20015" y="1073620"/>
                    <a:pt x="134823" y="872071"/>
                  </a:cubicBezTo>
                  <a:cubicBezTo>
                    <a:pt x="252552" y="665188"/>
                    <a:pt x="343611" y="502882"/>
                    <a:pt x="541858" y="367373"/>
                  </a:cubicBezTo>
                  <a:cubicBezTo>
                    <a:pt x="743661" y="229324"/>
                    <a:pt x="1074369" y="208115"/>
                    <a:pt x="1309573" y="147917"/>
                  </a:cubicBezTo>
                  <a:cubicBezTo>
                    <a:pt x="1373962" y="131407"/>
                    <a:pt x="1438859" y="116802"/>
                    <a:pt x="1504010" y="103721"/>
                  </a:cubicBezTo>
                  <a:cubicBezTo>
                    <a:pt x="1569034" y="90767"/>
                    <a:pt x="1753057" y="47968"/>
                    <a:pt x="1819224" y="43523"/>
                  </a:cubicBezTo>
                  <a:cubicBezTo>
                    <a:pt x="2115007" y="23711"/>
                    <a:pt x="2041347" y="39967"/>
                    <a:pt x="2169998" y="25362"/>
                  </a:cubicBezTo>
                  <a:cubicBezTo>
                    <a:pt x="2436317" y="-5118"/>
                    <a:pt x="2685999" y="8344"/>
                    <a:pt x="5137034" y="978"/>
                  </a:cubicBezTo>
                  <a:cubicBezTo>
                    <a:pt x="7429849" y="-6642"/>
                    <a:pt x="7755350" y="32982"/>
                    <a:pt x="8031194" y="25362"/>
                  </a:cubicBezTo>
                  <a:cubicBezTo>
                    <a:pt x="8294846" y="18123"/>
                    <a:pt x="8639651" y="36030"/>
                    <a:pt x="8902287" y="66129"/>
                  </a:cubicBezTo>
                  <a:cubicBezTo>
                    <a:pt x="9337388" y="115786"/>
                    <a:pt x="9584404" y="154521"/>
                    <a:pt x="9835483" y="533616"/>
                  </a:cubicBezTo>
                  <a:cubicBezTo>
                    <a:pt x="9899491" y="631660"/>
                    <a:pt x="9956768" y="734022"/>
                    <a:pt x="10002488" y="841972"/>
                  </a:cubicBezTo>
                  <a:cubicBezTo>
                    <a:pt x="10088721" y="1046315"/>
                    <a:pt x="10126948" y="1267295"/>
                    <a:pt x="10098246" y="4869608"/>
                  </a:cubicBezTo>
                  <a:close/>
                </a:path>
              </a:pathLst>
            </a:custGeom>
            <a:solidFill>
              <a:srgbClr val="FFF9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06833" y="3206056"/>
            <a:ext cx="6505970" cy="6052244"/>
            <a:chOff x="0" y="0"/>
            <a:chExt cx="7296146" cy="67873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78" y="165"/>
              <a:ext cx="7295997" cy="6787386"/>
            </a:xfrm>
            <a:custGeom>
              <a:avLst/>
              <a:gdLst/>
              <a:ahLst/>
              <a:cxnLst/>
              <a:rect r="r" b="b" t="t" l="l"/>
              <a:pathLst>
                <a:path h="6787386" w="7295997">
                  <a:moveTo>
                    <a:pt x="7286570" y="4869608"/>
                  </a:moveTo>
                  <a:cubicBezTo>
                    <a:pt x="7272092" y="5593220"/>
                    <a:pt x="7244533" y="5706123"/>
                    <a:pt x="7200337" y="5810009"/>
                  </a:cubicBezTo>
                  <a:cubicBezTo>
                    <a:pt x="7167698" y="5886590"/>
                    <a:pt x="7122613" y="5957964"/>
                    <a:pt x="7077020" y="6027433"/>
                  </a:cubicBezTo>
                  <a:cubicBezTo>
                    <a:pt x="6977706" y="6178944"/>
                    <a:pt x="6869756" y="6339980"/>
                    <a:pt x="6724468" y="6451105"/>
                  </a:cubicBezTo>
                  <a:cubicBezTo>
                    <a:pt x="6540953" y="6591313"/>
                    <a:pt x="6311718" y="6658750"/>
                    <a:pt x="6086293" y="6692786"/>
                  </a:cubicBezTo>
                  <a:cubicBezTo>
                    <a:pt x="5824927" y="6732283"/>
                    <a:pt x="5560259" y="6729362"/>
                    <a:pt x="5296607" y="6735332"/>
                  </a:cubicBezTo>
                  <a:cubicBezTo>
                    <a:pt x="5026097" y="6741555"/>
                    <a:pt x="4755968" y="6757430"/>
                    <a:pt x="4485839" y="6772034"/>
                  </a:cubicBezTo>
                  <a:cubicBezTo>
                    <a:pt x="2562555" y="6800990"/>
                    <a:pt x="1805381" y="6791593"/>
                    <a:pt x="1272743" y="6721361"/>
                  </a:cubicBezTo>
                  <a:cubicBezTo>
                    <a:pt x="821766" y="6661925"/>
                    <a:pt x="567766" y="6551562"/>
                    <a:pt x="266903" y="6189739"/>
                  </a:cubicBezTo>
                  <a:cubicBezTo>
                    <a:pt x="131394" y="6026798"/>
                    <a:pt x="34874" y="5830329"/>
                    <a:pt x="8966" y="5618747"/>
                  </a:cubicBezTo>
                  <a:cubicBezTo>
                    <a:pt x="-19736" y="3256983"/>
                    <a:pt x="20015" y="1073620"/>
                    <a:pt x="134823" y="872071"/>
                  </a:cubicBezTo>
                  <a:cubicBezTo>
                    <a:pt x="252552" y="665188"/>
                    <a:pt x="343611" y="502882"/>
                    <a:pt x="541858" y="367373"/>
                  </a:cubicBezTo>
                  <a:cubicBezTo>
                    <a:pt x="743661" y="229324"/>
                    <a:pt x="1074369" y="208115"/>
                    <a:pt x="1309573" y="147917"/>
                  </a:cubicBezTo>
                  <a:cubicBezTo>
                    <a:pt x="1373962" y="131407"/>
                    <a:pt x="1438859" y="116802"/>
                    <a:pt x="1504010" y="103721"/>
                  </a:cubicBezTo>
                  <a:cubicBezTo>
                    <a:pt x="1569034" y="90767"/>
                    <a:pt x="1753057" y="47968"/>
                    <a:pt x="1819224" y="43523"/>
                  </a:cubicBezTo>
                  <a:cubicBezTo>
                    <a:pt x="2115007" y="23711"/>
                    <a:pt x="2041347" y="39967"/>
                    <a:pt x="2169998" y="25362"/>
                  </a:cubicBezTo>
                  <a:cubicBezTo>
                    <a:pt x="2436317" y="-5118"/>
                    <a:pt x="2685999" y="8344"/>
                    <a:pt x="3675479" y="978"/>
                  </a:cubicBezTo>
                  <a:cubicBezTo>
                    <a:pt x="4618173" y="-6642"/>
                    <a:pt x="4943674" y="32982"/>
                    <a:pt x="5219518" y="25362"/>
                  </a:cubicBezTo>
                  <a:cubicBezTo>
                    <a:pt x="5483170" y="18123"/>
                    <a:pt x="5827975" y="36030"/>
                    <a:pt x="6090611" y="66129"/>
                  </a:cubicBezTo>
                  <a:cubicBezTo>
                    <a:pt x="6525713" y="115786"/>
                    <a:pt x="6772728" y="154521"/>
                    <a:pt x="7023807" y="533616"/>
                  </a:cubicBezTo>
                  <a:cubicBezTo>
                    <a:pt x="7087815" y="631660"/>
                    <a:pt x="7145092" y="734022"/>
                    <a:pt x="7190813" y="841972"/>
                  </a:cubicBezTo>
                  <a:cubicBezTo>
                    <a:pt x="7277045" y="1046315"/>
                    <a:pt x="7315272" y="1267295"/>
                    <a:pt x="7286570" y="4869608"/>
                  </a:cubicBezTo>
                  <a:close/>
                </a:path>
              </a:pathLst>
            </a:custGeom>
            <a:solidFill>
              <a:srgbClr val="FFF9F0"/>
            </a:solidFill>
          </p:spPr>
        </p:sp>
      </p:grpSp>
      <p:sp>
        <p:nvSpPr>
          <p:cNvPr name="Freeform 6" id="6"/>
          <p:cNvSpPr/>
          <p:nvPr/>
        </p:nvSpPr>
        <p:spPr>
          <a:xfrm flipH="true" flipV="false" rot="0">
            <a:off x="3037472" y="2466632"/>
            <a:ext cx="5471647" cy="129330"/>
          </a:xfrm>
          <a:custGeom>
            <a:avLst/>
            <a:gdLst/>
            <a:ahLst/>
            <a:cxnLst/>
            <a:rect r="r" b="b" t="t" l="l"/>
            <a:pathLst>
              <a:path h="129330" w="5471647">
                <a:moveTo>
                  <a:pt x="5471646" y="0"/>
                </a:moveTo>
                <a:lnTo>
                  <a:pt x="0" y="0"/>
                </a:lnTo>
                <a:lnTo>
                  <a:pt x="0" y="129330"/>
                </a:lnTo>
                <a:lnTo>
                  <a:pt x="5471646" y="129330"/>
                </a:lnTo>
                <a:lnTo>
                  <a:pt x="54716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98535" y="962025"/>
            <a:ext cx="7943306" cy="90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1"/>
              </a:lnSpc>
            </a:pPr>
            <a:r>
              <a:rPr lang="en-US" sz="5501" spc="-6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Phân công nhiệm vụ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7667" y="3734088"/>
            <a:ext cx="7855207" cy="493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Phú Thuận</a:t>
            </a: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: Nội dung ( vị trí địa điểm 1,2 )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Yế</a:t>
            </a: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n Tường: đặc điểm thu hút khách du lịch 2 địa điểm 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Thuỳ </a:t>
            </a:r>
            <a:r>
              <a:rPr lang="en-US" sz="27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Trâm</a:t>
            </a: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: Hình ảnh, video ngắn về địa điểm 1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Thanh Tù</a:t>
            </a:r>
            <a:r>
              <a:rPr lang="en-US" sz="27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ng</a:t>
            </a: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: Hình ảnh, video, âm thanh địa điểm 1,2 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Văn </a:t>
            </a:r>
            <a:r>
              <a:rPr lang="en-US" sz="27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Sang</a:t>
            </a: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: Nội dung vị trí địa điểm 3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Minh T</a:t>
            </a:r>
            <a:r>
              <a:rPr lang="en-US" sz="27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riết</a:t>
            </a: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: các đặc điểm giá trị khu di tích 3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966168" y="3991405"/>
            <a:ext cx="5844941" cy="493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Hồng Thắm</a:t>
            </a: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: video, chỉnh sửa âm</a:t>
            </a: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thanh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Minh </a:t>
            </a:r>
            <a:r>
              <a:rPr lang="en-US" sz="27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Thư</a:t>
            </a: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: ppt phân công, tóm nội dung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Phương Vy</a:t>
            </a: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: phần mở + kết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Quốc Trạng</a:t>
            </a: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:</a:t>
            </a: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Hình ảnh địa điểm 3, sắp xếp bố cục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Dương Tuấ</a:t>
            </a:r>
            <a:r>
              <a:rPr lang="en-US" sz="27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n</a:t>
            </a: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: làm web 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961079" y="432376"/>
            <a:ext cx="4730807" cy="2605608"/>
          </a:xfrm>
          <a:custGeom>
            <a:avLst/>
            <a:gdLst/>
            <a:ahLst/>
            <a:cxnLst/>
            <a:rect r="r" b="b" t="t" l="l"/>
            <a:pathLst>
              <a:path h="2605608" w="4730807">
                <a:moveTo>
                  <a:pt x="0" y="0"/>
                </a:moveTo>
                <a:lnTo>
                  <a:pt x="4730806" y="0"/>
                </a:lnTo>
                <a:lnTo>
                  <a:pt x="4730806" y="2605608"/>
                </a:lnTo>
                <a:lnTo>
                  <a:pt x="0" y="260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5BF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118884" cy="8229600"/>
            <a:chOff x="0" y="0"/>
            <a:chExt cx="18076586" cy="92291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78" y="165"/>
              <a:ext cx="18076436" cy="9229191"/>
            </a:xfrm>
            <a:custGeom>
              <a:avLst/>
              <a:gdLst/>
              <a:ahLst/>
              <a:cxnLst/>
              <a:rect r="r" b="b" t="t" l="l"/>
              <a:pathLst>
                <a:path h="9229191" w="18076436">
                  <a:moveTo>
                    <a:pt x="18067009" y="6937246"/>
                  </a:moveTo>
                  <a:cubicBezTo>
                    <a:pt x="18052531" y="8035025"/>
                    <a:pt x="18024973" y="8147928"/>
                    <a:pt x="17980777" y="8251814"/>
                  </a:cubicBezTo>
                  <a:cubicBezTo>
                    <a:pt x="17948137" y="8328395"/>
                    <a:pt x="17903053" y="8399769"/>
                    <a:pt x="17857459" y="8469238"/>
                  </a:cubicBezTo>
                  <a:cubicBezTo>
                    <a:pt x="17758146" y="8620749"/>
                    <a:pt x="17650196" y="8781785"/>
                    <a:pt x="17504907" y="8892910"/>
                  </a:cubicBezTo>
                  <a:cubicBezTo>
                    <a:pt x="17321393" y="9033118"/>
                    <a:pt x="17092157" y="9100555"/>
                    <a:pt x="16866732" y="9134591"/>
                  </a:cubicBezTo>
                  <a:cubicBezTo>
                    <a:pt x="16605367" y="9174088"/>
                    <a:pt x="16340699" y="9171167"/>
                    <a:pt x="16077047" y="9177136"/>
                  </a:cubicBezTo>
                  <a:cubicBezTo>
                    <a:pt x="15806536" y="9183359"/>
                    <a:pt x="15536407" y="9199234"/>
                    <a:pt x="15266279" y="9213839"/>
                  </a:cubicBezTo>
                  <a:cubicBezTo>
                    <a:pt x="2562555" y="9242795"/>
                    <a:pt x="1805381" y="9233397"/>
                    <a:pt x="1272743" y="9163166"/>
                  </a:cubicBezTo>
                  <a:cubicBezTo>
                    <a:pt x="821766" y="9103730"/>
                    <a:pt x="567766" y="8993367"/>
                    <a:pt x="266903" y="8631544"/>
                  </a:cubicBezTo>
                  <a:cubicBezTo>
                    <a:pt x="131394" y="8468603"/>
                    <a:pt x="34874" y="8272134"/>
                    <a:pt x="8966" y="8060552"/>
                  </a:cubicBezTo>
                  <a:cubicBezTo>
                    <a:pt x="-19736" y="4397708"/>
                    <a:pt x="20015" y="1073620"/>
                    <a:pt x="134823" y="872071"/>
                  </a:cubicBezTo>
                  <a:cubicBezTo>
                    <a:pt x="252552" y="665188"/>
                    <a:pt x="343611" y="502882"/>
                    <a:pt x="541858" y="367373"/>
                  </a:cubicBezTo>
                  <a:cubicBezTo>
                    <a:pt x="743661" y="229324"/>
                    <a:pt x="1074369" y="208115"/>
                    <a:pt x="1309573" y="147917"/>
                  </a:cubicBezTo>
                  <a:cubicBezTo>
                    <a:pt x="1373962" y="131407"/>
                    <a:pt x="1438859" y="116802"/>
                    <a:pt x="1504010" y="103721"/>
                  </a:cubicBezTo>
                  <a:cubicBezTo>
                    <a:pt x="1569034" y="90767"/>
                    <a:pt x="1753057" y="47968"/>
                    <a:pt x="1819224" y="43523"/>
                  </a:cubicBezTo>
                  <a:cubicBezTo>
                    <a:pt x="2115007" y="23711"/>
                    <a:pt x="2041347" y="39967"/>
                    <a:pt x="2169998" y="25362"/>
                  </a:cubicBezTo>
                  <a:cubicBezTo>
                    <a:pt x="2436317" y="-5118"/>
                    <a:pt x="2685999" y="8344"/>
                    <a:pt x="9279328" y="978"/>
                  </a:cubicBezTo>
                  <a:cubicBezTo>
                    <a:pt x="15398612" y="-6642"/>
                    <a:pt x="15724113" y="32982"/>
                    <a:pt x="15999959" y="25362"/>
                  </a:cubicBezTo>
                  <a:cubicBezTo>
                    <a:pt x="16263609" y="18123"/>
                    <a:pt x="16608414" y="36030"/>
                    <a:pt x="16871051" y="66129"/>
                  </a:cubicBezTo>
                  <a:cubicBezTo>
                    <a:pt x="17306153" y="115786"/>
                    <a:pt x="17553168" y="154521"/>
                    <a:pt x="17804247" y="533616"/>
                  </a:cubicBezTo>
                  <a:cubicBezTo>
                    <a:pt x="17868255" y="631660"/>
                    <a:pt x="17925532" y="734022"/>
                    <a:pt x="17971252" y="841972"/>
                  </a:cubicBezTo>
                  <a:cubicBezTo>
                    <a:pt x="18057484" y="1046315"/>
                    <a:pt x="18095711" y="1267295"/>
                    <a:pt x="18067009" y="6937246"/>
                  </a:cubicBezTo>
                  <a:close/>
                </a:path>
              </a:pathLst>
            </a:custGeom>
            <a:solidFill>
              <a:srgbClr val="FFF9F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465662" y="1679671"/>
            <a:ext cx="6732692" cy="49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sz="3900" spc="-42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Địa điểm du lịch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0361012" y="2323855"/>
            <a:ext cx="4637731" cy="109619"/>
          </a:xfrm>
          <a:custGeom>
            <a:avLst/>
            <a:gdLst/>
            <a:ahLst/>
            <a:cxnLst/>
            <a:rect r="r" b="b" t="t" l="l"/>
            <a:pathLst>
              <a:path h="109619" w="4637731">
                <a:moveTo>
                  <a:pt x="4637730" y="0"/>
                </a:moveTo>
                <a:lnTo>
                  <a:pt x="0" y="0"/>
                </a:lnTo>
                <a:lnTo>
                  <a:pt x="0" y="109619"/>
                </a:lnTo>
                <a:lnTo>
                  <a:pt x="4637730" y="109619"/>
                </a:lnTo>
                <a:lnTo>
                  <a:pt x="46377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19842" y="3027335"/>
            <a:ext cx="9354545" cy="3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51"/>
              </a:lnSpc>
            </a:pPr>
            <a:r>
              <a:rPr lang="en-US" sz="33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1.Rừng Tràm Trà Sư</a:t>
            </a:r>
          </a:p>
          <a:p>
            <a:pPr algn="just">
              <a:lnSpc>
                <a:spcPts val="7751"/>
              </a:lnSpc>
            </a:pPr>
            <a:r>
              <a:rPr lang="en-US" sz="33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2.Miếu Bà Chúa Xứ núi Sam </a:t>
            </a:r>
          </a:p>
          <a:p>
            <a:pPr algn="just">
              <a:lnSpc>
                <a:spcPts val="7751"/>
              </a:lnSpc>
            </a:pPr>
            <a:r>
              <a:rPr lang="en-US" sz="3399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3.Khu lưu niệm chủ tịch Tôn Đức Thắng</a:t>
            </a:r>
          </a:p>
          <a:p>
            <a:pPr algn="just">
              <a:lnSpc>
                <a:spcPts val="7751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01785" y="1584421"/>
            <a:ext cx="2462914" cy="7048640"/>
          </a:xfrm>
          <a:custGeom>
            <a:avLst/>
            <a:gdLst/>
            <a:ahLst/>
            <a:cxnLst/>
            <a:rect r="r" b="b" t="t" l="l"/>
            <a:pathLst>
              <a:path h="7048640" w="2462914">
                <a:moveTo>
                  <a:pt x="0" y="0"/>
                </a:moveTo>
                <a:lnTo>
                  <a:pt x="2462914" y="0"/>
                </a:lnTo>
                <a:lnTo>
                  <a:pt x="2462914" y="7048640"/>
                </a:lnTo>
                <a:lnTo>
                  <a:pt x="0" y="704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1646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64699" y="1619180"/>
            <a:ext cx="2861797" cy="7048640"/>
          </a:xfrm>
          <a:custGeom>
            <a:avLst/>
            <a:gdLst/>
            <a:ahLst/>
            <a:cxnLst/>
            <a:rect r="r" b="b" t="t" l="l"/>
            <a:pathLst>
              <a:path h="7048640" w="2861797">
                <a:moveTo>
                  <a:pt x="0" y="0"/>
                </a:moveTo>
                <a:lnTo>
                  <a:pt x="2861797" y="0"/>
                </a:lnTo>
                <a:lnTo>
                  <a:pt x="2861797" y="7048640"/>
                </a:lnTo>
                <a:lnTo>
                  <a:pt x="0" y="704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6293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D44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4558" y="1028700"/>
            <a:ext cx="16118884" cy="8229600"/>
            <a:chOff x="0" y="0"/>
            <a:chExt cx="18076586" cy="92291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78" y="165"/>
              <a:ext cx="18076436" cy="9229191"/>
            </a:xfrm>
            <a:custGeom>
              <a:avLst/>
              <a:gdLst/>
              <a:ahLst/>
              <a:cxnLst/>
              <a:rect r="r" b="b" t="t" l="l"/>
              <a:pathLst>
                <a:path h="9229191" w="18076436">
                  <a:moveTo>
                    <a:pt x="18067009" y="6937246"/>
                  </a:moveTo>
                  <a:cubicBezTo>
                    <a:pt x="18052531" y="8035025"/>
                    <a:pt x="18024973" y="8147928"/>
                    <a:pt x="17980777" y="8251814"/>
                  </a:cubicBezTo>
                  <a:cubicBezTo>
                    <a:pt x="17948137" y="8328395"/>
                    <a:pt x="17903053" y="8399769"/>
                    <a:pt x="17857459" y="8469238"/>
                  </a:cubicBezTo>
                  <a:cubicBezTo>
                    <a:pt x="17758146" y="8620749"/>
                    <a:pt x="17650196" y="8781785"/>
                    <a:pt x="17504907" y="8892910"/>
                  </a:cubicBezTo>
                  <a:cubicBezTo>
                    <a:pt x="17321393" y="9033118"/>
                    <a:pt x="17092157" y="9100555"/>
                    <a:pt x="16866732" y="9134591"/>
                  </a:cubicBezTo>
                  <a:cubicBezTo>
                    <a:pt x="16605367" y="9174088"/>
                    <a:pt x="16340699" y="9171167"/>
                    <a:pt x="16077047" y="9177136"/>
                  </a:cubicBezTo>
                  <a:cubicBezTo>
                    <a:pt x="15806536" y="9183359"/>
                    <a:pt x="15536407" y="9199234"/>
                    <a:pt x="15266279" y="9213839"/>
                  </a:cubicBezTo>
                  <a:cubicBezTo>
                    <a:pt x="2562555" y="9242795"/>
                    <a:pt x="1805381" y="9233397"/>
                    <a:pt x="1272743" y="9163166"/>
                  </a:cubicBezTo>
                  <a:cubicBezTo>
                    <a:pt x="821766" y="9103730"/>
                    <a:pt x="567766" y="8993367"/>
                    <a:pt x="266903" y="8631544"/>
                  </a:cubicBezTo>
                  <a:cubicBezTo>
                    <a:pt x="131394" y="8468603"/>
                    <a:pt x="34874" y="8272134"/>
                    <a:pt x="8966" y="8060552"/>
                  </a:cubicBezTo>
                  <a:cubicBezTo>
                    <a:pt x="-19736" y="4397708"/>
                    <a:pt x="20015" y="1073620"/>
                    <a:pt x="134823" y="872071"/>
                  </a:cubicBezTo>
                  <a:cubicBezTo>
                    <a:pt x="252552" y="665188"/>
                    <a:pt x="343611" y="502882"/>
                    <a:pt x="541858" y="367373"/>
                  </a:cubicBezTo>
                  <a:cubicBezTo>
                    <a:pt x="743661" y="229324"/>
                    <a:pt x="1074369" y="208115"/>
                    <a:pt x="1309573" y="147917"/>
                  </a:cubicBezTo>
                  <a:cubicBezTo>
                    <a:pt x="1373962" y="131407"/>
                    <a:pt x="1438859" y="116802"/>
                    <a:pt x="1504010" y="103721"/>
                  </a:cubicBezTo>
                  <a:cubicBezTo>
                    <a:pt x="1569034" y="90767"/>
                    <a:pt x="1753057" y="47968"/>
                    <a:pt x="1819224" y="43523"/>
                  </a:cubicBezTo>
                  <a:cubicBezTo>
                    <a:pt x="2115007" y="23711"/>
                    <a:pt x="2041347" y="39967"/>
                    <a:pt x="2169998" y="25362"/>
                  </a:cubicBezTo>
                  <a:cubicBezTo>
                    <a:pt x="2436317" y="-5118"/>
                    <a:pt x="2685999" y="8344"/>
                    <a:pt x="9279328" y="978"/>
                  </a:cubicBezTo>
                  <a:cubicBezTo>
                    <a:pt x="15398612" y="-6642"/>
                    <a:pt x="15724113" y="32982"/>
                    <a:pt x="15999959" y="25362"/>
                  </a:cubicBezTo>
                  <a:cubicBezTo>
                    <a:pt x="16263609" y="18123"/>
                    <a:pt x="16608414" y="36030"/>
                    <a:pt x="16871051" y="66129"/>
                  </a:cubicBezTo>
                  <a:cubicBezTo>
                    <a:pt x="17306153" y="115786"/>
                    <a:pt x="17553168" y="154521"/>
                    <a:pt x="17804247" y="533616"/>
                  </a:cubicBezTo>
                  <a:cubicBezTo>
                    <a:pt x="17868255" y="631660"/>
                    <a:pt x="17925532" y="734022"/>
                    <a:pt x="17971252" y="841972"/>
                  </a:cubicBezTo>
                  <a:cubicBezTo>
                    <a:pt x="18057484" y="1046315"/>
                    <a:pt x="18095711" y="1267295"/>
                    <a:pt x="18067009" y="6937246"/>
                  </a:cubicBezTo>
                  <a:close/>
                </a:path>
              </a:pathLst>
            </a:custGeom>
            <a:solidFill>
              <a:srgbClr val="FFF9F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59663" y="4283479"/>
            <a:ext cx="11968675" cy="860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9"/>
              </a:lnSpc>
            </a:pPr>
            <a:r>
              <a:rPr lang="en-US" sz="5201" spc="-57" u="sng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CẢM ƠN MỌI NGƯỜI ĐÃ LẮNG NGHE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DAG-wf5ho8s</dc:identifier>
  <dcterms:modified xsi:type="dcterms:W3CDTF">2011-08-01T06:04:30Z</dcterms:modified>
  <cp:revision>1</cp:revision>
  <dc:title>Bài thuyết trình Trắc nghiệm về Biện pháp tu từ trong Thơ ca, Tông màu Xanh dương Trắng, Phong cách Vẽ tay Thân thiện</dc:title>
</cp:coreProperties>
</file>